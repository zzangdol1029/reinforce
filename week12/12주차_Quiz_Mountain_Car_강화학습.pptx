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Top 5 runs — max_total_reward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 Sweep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run02 (Best)</c:v>
                  </c:pt>
                  <c:pt idx="1">
                    <c:v>run10</c:v>
                  </c:pt>
                  <c:pt idx="2">
                    <c:v>run08</c:v>
                  </c:pt>
                  <c:pt idx="3">
                    <c:v>run04</c:v>
                  </c:pt>
                  <c:pt idx="4">
                    <c:v>run07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-85</c:v>
                </c:pt>
                <c:pt idx="1">
                  <c:v>-114</c:v>
                </c:pt>
                <c:pt idx="2">
                  <c:v>-116</c:v>
                </c:pt>
                <c:pt idx="3">
                  <c:v>-118</c:v>
                </c:pt>
                <c:pt idx="4">
                  <c:v>-120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Top 5 runs — max_total_reward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DQN Sweep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run18 (Best)</c:v>
                  </c:pt>
                  <c:pt idx="1">
                    <c:v>run04</c:v>
                  </c:pt>
                  <c:pt idx="2">
                    <c:v>run14</c:v>
                  </c:pt>
                  <c:pt idx="3">
                    <c:v>run08</c:v>
                  </c:pt>
                  <c:pt idx="4">
                    <c:v>run16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-86</c:v>
                </c:pt>
                <c:pt idx="1">
                  <c:v>-88</c:v>
                </c:pt>
                <c:pt idx="2">
                  <c:v>-88</c:v>
                </c:pt>
                <c:pt idx="3">
                  <c:v>-89</c:v>
                </c:pt>
                <c:pt idx="4">
                  <c:v>-92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zzangdol1029/reinforce.g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A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12주차 Programming Quiz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Mountain Car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강화학습 실험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Actor-Critic  ·  DQN  |  Hyper-parameter Sweep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김완수  |  2025254011</a:t>
            </a:r>
            <a:endParaRPr lang="en-US" sz="15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457200" y="39502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14A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github.com/zzangdol1029/reinforce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78231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Policy Gradient Method  —  MountainCar-v0 (Gymnasium)  |  김완수 2025254011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소개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MountainCar-v0 환경 및 실험 개요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682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Actor-Critic 소스 설명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938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PolicyNet / ValueNet / 학습 알고리즘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DQN 소스 설명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596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QNet / ReplayBuffer / 학습 알고리즘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980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Actor-Critic 실험 결과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25526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20회 HP 스윕 — 최적 HP 및 그래프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DQN 실험 결과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39136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20회 HP 스윕 — 최적 HP 및 그래프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고찰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97280" y="45720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분석 및 두 알고리즘 비교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|  문제 소개 — MountainCar-v0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설명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상태(State): 위치(pos), 속도(vel) — 2차원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행동(Action): 왼쪽 / 정지 / 오른쪽 (3개)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보상(Reward): 매 스텝 -1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종료 조건: 위치 &gt;= 0.5 또는 200 스텝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총보상 -200 = 완전 실패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총보상 ~ -110 ~ -130 = 성공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목표: 자동차가 관성을 이용해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언덕을 올라가는 정책 학습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960120"/>
            <a:ext cx="43891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개요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1) Actor-Critic (MC 에피소드 기반)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2) DQN (Experience Replay + Target Net)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설정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Hyper-parameter Sweep: 20회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선정 기준: max_total_reward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Seed: 0 (재현성 보장)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Reward Shaping: 위치 증가 시 추가 보상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• epsilon-greedy 탐색 (1.0 → 0.05 decay)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|  Actor-Critic 소스 설명 — 네트워크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PolicyNet  (Actor -- pi(a|s))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PolicyNet(Model):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action_size,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hidden=128):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self.l1 = L.Linear(hidden)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self.l2 = L.Linear(action_size)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F.relu(self.l1(x))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F.softmax(self.l2(x))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입력: 정규화된 상태 (pos, vel)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출력: 행동 확률 P(a|s) 3차원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hidden: 64 / 128 / 256 실험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2062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9418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ValueNet  (Critic -- V(s))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40233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ValueNet(Model):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hidden=128):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self.l1 = L.Linear(hidden)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self.l2 = L.Linear(1)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F.relu(self.l1(x))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self.l2(x)  # 선형 출력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입력: 정규화된 상태 (pos, vel)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출력: 상태 가치 V(s) 스칼라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Actor와 동일한 hidden 크기 사용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|  Actor-Critic 소스 설명 — 학습 알고리즘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035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update_episode() -- MC Actor-Critic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MC Return 계산 (역방향 누적)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range(n-1, -1, -1):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 = trajectory[t].reward + gamma * 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returns[t] = 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Return 정규화 (학습 안정화)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= (returns - mean) / std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Critic 업데이트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loss_v = MSE(V(s_t), G_t)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Actor 업데이트 (Advantage 기반)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 = G_t - V(s_t)       # Advantage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loss_pi = -log pi(a|s) * delta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entropy_coef * H(pi)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Gradient Clipping (max_norm=1.0)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clip_model_grads(model, 1.0)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3108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특징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463040"/>
            <a:ext cx="54864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Reward Shaping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증가 시 추가 보상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(scale=10~30)으로 탐색 촉진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286000"/>
            <a:ext cx="54864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304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epsilon-greedy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542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1.0 -&gt; 0.05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(90% 구간 선형 감소)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0" y="3108960"/>
            <a:ext cx="54864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1272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Entropy Reg.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3364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entropy_coef로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다양성 유지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52160" y="3931920"/>
            <a:ext cx="54864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950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정규화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41879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 in [-1.2,0.6]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[0,1] 선형 변환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|  DQN 소스 설명 — QNet &amp; ReplayBuffer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QNet -- Q(s,a) 근사 신경망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QNet(Model):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__init__(action_size, h1, h2):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self.l1 = L.Linear(h1)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self.l2 = L.Linear(h2)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self.l3 = L.Linear(action_size)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self.l3(relu(self.l2(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relu(self.l1(x)))))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Q값 직접 출력 (softmax 없음)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333756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337560"/>
            <a:ext cx="411480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3649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ReplayBuffer -- 경험 재생 버퍼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 = deque(maxlen=100_000)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(s, a, r, s', done) 저장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get_batch():  # 랜덤 샘플링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random.sample(buffer, batch)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DQN 학습 흐름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Warmup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15,000 스텝 랜덤 행동으로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ReplayBuffer 사전 충전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167128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67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1396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epsilon-greedy 탐색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23682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1.0-&gt;0.02 선형 감소 (95% 구간)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825496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25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79806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경험 저장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30266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(s, a, r_shaped, s', done) 저장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48386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4838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456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미니배치 업데이트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6850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= r + gamma * max Q_target(s')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414223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4114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Target Net 동기화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4343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sync_interval ep마다 복사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|  Actor-Critic 실험 결과 — HP Sweep (20회)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91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29184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최적 Hyper-parameter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27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gamma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527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lr_pi (Actor LR)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0.0005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41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lr_v (Critic LR)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hidden units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898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273552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55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shaping_scale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3355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73075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13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entropy_coef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813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70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4270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329184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708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총보상: -85.0  |  성공률: 31.8%</a:t>
            </a:r>
            <a:endParaRPr lang="en-US" sz="12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749040" y="91440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|  Actor-Critic — 학습 곡선 (Best Run)</a:t>
            </a:r>
            <a:endParaRPr lang="en-US" sz="2200" dirty="0"/>
          </a:p>
        </p:txBody>
      </p:sp>
      <p:pic>
        <p:nvPicPr>
          <p:cNvPr id="4" name="Image 0" descr="/sessions/sweet-eager-hopper/mnt/week12/results_quiz_q1_mountain_car_ac/best/episode_total_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420624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Run (run02) — episode별 총보상</a:t>
            </a:r>
            <a:endParaRPr lang="en-US" sz="1100" dirty="0"/>
          </a:p>
        </p:txBody>
      </p:sp>
      <p:pic>
        <p:nvPicPr>
          <p:cNvPr id="6" name="Image 1" descr="/sessions/sweet-eager-hopper/mnt/week12/results_quiz_q1_mountain_car_ac/sweep_top5_episode_rew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4206240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 5 runs 비교 — episode별 총보상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40965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1,000 에피소드는 대부분 -200(실패)이며, 약 1,200 에피소드 이후부터 -85~-100의 성공 에피소드 출현. 학습 곡선의 분산이 크며 간헐적 성공 패턴 (성공률 31.8%).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|  DQN 실험 결과 — HP Sweep (20회)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91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2918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418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최적 Hyper-parameter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27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gamma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527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learning_rate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41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epsilon_end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3172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1635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batch_size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898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273552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55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sync_interval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3355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ep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73075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13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hidden (2층)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3813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x 256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32004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70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warmup_steps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1720" y="4270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15,000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32918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7083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총보상: -86.0  |  성공률: 33.5%</a:t>
            </a:r>
            <a:endParaRPr lang="en-US" sz="12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3749040" y="91440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|  DQN — 학습 곡선 (Best Run)</a:t>
            </a:r>
            <a:endParaRPr lang="en-US" sz="2200" dirty="0"/>
          </a:p>
        </p:txBody>
      </p:sp>
      <p:pic>
        <p:nvPicPr>
          <p:cNvPr id="4" name="Image 0" descr="/sessions/sweet-eager-hopper/mnt/week12/results_quiz_q1_mountain_car_dqn/best/episode_total_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420624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Best Run (run18) — episode별 총보상</a:t>
            </a:r>
            <a:endParaRPr lang="en-US" sz="1100" dirty="0"/>
          </a:p>
        </p:txBody>
      </p:sp>
      <p:pic>
        <p:nvPicPr>
          <p:cNvPr id="6" name="Image 1" descr="/sessions/sweet-eager-hopper/mnt/week12/results_quiz_q1_mountain_car_dqn/sweep_top5_episode_rewa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60120"/>
            <a:ext cx="4206240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 5 runs 비교 — episode별 총보상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74320" y="40233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409651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DQN은 약 500~600 에피소드부터 성공 에피소드가 나타나고, 800 에피소드 부근(ep 722)에서 최고 -86 기록. Actor-Critic보다 이른 수렴이 관찰되며 성공률 33.5%.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|  고찰 — 실험 결과 분석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3154680"/>
                <a:gridCol w="31546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Actor-Critic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DQN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총보상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-85.0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-86.0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에피소드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1,383 ep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722 ep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HP 실험 횟수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20회 (1,500 ep)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20회 (800 ep)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 감가율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gamma=0.99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gamma=0.99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네트워크 구조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2층 (Actor+Critic)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3층 (Q+Target)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탐색 기법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epsilon-greedy + Entropy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epsilon-greedy + Warmup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31920"/>
            <a:ext cx="8595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0050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알고리즘 모두 최대 총보상 -85~-86으로 유사한 최고 성능. DQN이 더 적은 에피소드(722ep)에서 최고점 도달.  </a:t>
            </a:r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Reward Shaping과 epsilon-greedy 탐색이 두 알고리즘 모두에서 핵심 성공 요인.  </a:t>
            </a:r>
            <a:pPr indent="0" marL="0">
              <a:buNone/>
            </a:pPr>
            <a:r>
              <a:rPr lang="en-US" sz="1150" b="1" dirty="0">
                <a:solidFill>
                  <a:srgbClr val="0D73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(3)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gamma=0.99, hidden=256이 공통 최적값 — 장기 보상 문제에서는 높은 감가율과 충분한 표현력이 중요.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A0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Actor-Critic &amp; DQN으로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MountainCar 정복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54864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52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알고리즘 모두 최대 총보상 -85~-86 달성 (-200 대비 크게 개선)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10128"/>
            <a:ext cx="54864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284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DQN: Experience Replay + Target Net으로 더 빠른 수렴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85616"/>
            <a:ext cx="54864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039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Actor-Critic: MC 기반 Advantage로 정책 직접 최적화, 높은 분산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61104"/>
            <a:ext cx="54864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79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핵심: Reward Shaping + epsilon-greedy + gamma=0.99 + hidden=256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78231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김완수  |  2025254011  |  github.com/zzangdol1029/reinforce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12주차 Quiz - Mountain Car 강화학습</dc:title>
  <dc:subject>PptxGenJS Presentation</dc:subject>
  <dc:creator>PptxGenJS</dc:creator>
  <cp:lastModifiedBy>PptxGenJS</cp:lastModifiedBy>
  <cp:revision>1</cp:revision>
  <dcterms:created xsi:type="dcterms:W3CDTF">2026-06-02T07:51:42Z</dcterms:created>
  <dcterms:modified xsi:type="dcterms:W3CDTF">2026-06-02T07:51:42Z</dcterms:modified>
</cp:coreProperties>
</file>