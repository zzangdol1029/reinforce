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현재 설정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연구</c:v>
                  </c:pt>
                  <c:pt idx="1">
                    <c:v>사용자</c:v>
                  </c:pt>
                  <c:pt idx="2">
                    <c:v>관리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2048</c:v>
                </c:pt>
                <c:pt idx="1">
                  <c:v>256</c:v>
                </c:pt>
                <c:pt idx="2">
                  <c:v>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자원 최적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연구</c:v>
                  </c:pt>
                  <c:pt idx="1">
                    <c:v>사용자</c:v>
                  </c:pt>
                  <c:pt idx="2">
                    <c:v>관리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328</c:v>
                </c:pt>
                <c:pt idx="1">
                  <c:v>40</c:v>
                </c:pt>
                <c:pt idx="2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3291840"/>
            <a:ext cx="2926080" cy="2926080"/>
          </a:xfrm>
          <a:prstGeom prst="ellipse">
            <a:avLst/>
          </a:prstGeom>
          <a:solidFill>
            <a:srgbClr val="0E7490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적용 프로젝트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241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기반 포털 WAS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자원(워커 + DB풀) 동시 튜닝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Undertow 워커 스레드풀 + HikariCP DB 커넥션풀의 부하 적응형 동적 최적화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 · PPO · SAC 비교</a:t>
            </a:r>
            <a:pPr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실제 3-포털 사양 기반 Gym 시뮬레이터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5074920"/>
            <a:ext cx="384048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김완수  ·  충북대학교 산업인공지능학과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002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06654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포털의 자원 설정 한계 · 왜 RL인가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4963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00200" y="24963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82549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Action · Reward · 시뮬레이터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25526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600200" y="3255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/ 알고리즘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5844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 · PPO · SAC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01421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600200" y="40142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설명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3434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· 베이스라인 · 학습 · 평가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7731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600200" y="47731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제시 / 분석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51023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설정 vs 자원 최적 · RL 성능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600200" y="5532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 / 향후 연구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58613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루프 · 기여점 · 한계 · 확장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869680" y="1737360"/>
            <a:ext cx="36576" cy="45720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0" y="310896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문제부터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연구까지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6단계로 구성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·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포털 시스템과 현재 자원 설정의 한계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 (고정 · 단일 서버 · 비공유)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116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560320" y="2816352"/>
            <a:ext cx="365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063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Gateway / Eureka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포털중계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3867912"/>
            <a:ext cx="365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114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Undertow WAS  </a:t>
            </a:r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52578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×2  ·  연구 ×4  ·  관리 ×2  (N중화 고정)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77840" y="178308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FEF2F3"/>
          </a:solidFill>
          <a:ln w="19050">
            <a:solidFill>
              <a:srgbClr val="E11D4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97880" y="20116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현재: 자원을 '정적'으로 고정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89320" y="251460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워커 스레드·DB 커넥션풀을 한 번 박아두고 운영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연구포털: 워커 2048 / DB 150 정적 고정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부하·요청 믹스는 시간대별로 크게 변동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한가할 땐 과다(메모리 낭비), 몰릴 땐 병목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스케일링 불가(단일 서버) → '자원 노브'를 최적화해야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· WHY RL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자원의 '결합 병목' — 단순 규칙이 약한 지점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830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한계
</a:t>
            </a:r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수 / CPU시간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88920" y="17830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0E7490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88920" y="17830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워커 한계
</a:t>
            </a:r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 / 체류시간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937760" y="17830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06B6D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7830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한계
</a:t>
            </a:r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/ DB시간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40880" y="178308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001000" y="1783080"/>
            <a:ext cx="301752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17830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처리능력
</a:t>
            </a:r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셋 중 최소 = 병목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291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91840"/>
            <a:ext cx="7315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워커만 늘려도 소용없다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385876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DB풀이 작으면 워커가 DB 커넥션 대기로 묶여 낭비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291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3291840"/>
            <a:ext cx="7315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DB풀을 무작정 키울 수 없다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6520" y="385876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통합DB(max 1500)가 과부하 → 오히려 느려짐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7091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709160"/>
            <a:ext cx="7315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48554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믹스는 관측 불가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8680" y="527608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체류시간·DB비중을 점유율·지연으로 '추론'해야 함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17920" y="47091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0" y="4709160"/>
            <a:ext cx="7315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48554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조절(예측)이 필요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46520" y="527608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부하가 오른 뒤 반응하면 늦음 → 장기·다목적·부분관측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· MDP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Action 정의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(10차원 — 모두 관측 가능한 메트릭)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6400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 도착률, 도착률 추세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점유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CPU 이용률, 워커풀 점유율, DB풀 점유율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 지연, 지연 추세, 직전 드롭율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설정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 / maxW, D / maxD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023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요청 믹스(체류시간·DB비중)는 비노출 → 추론 (부분관측)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360920" y="1554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— 두 자원 동시 조절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60920" y="19202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192024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이산 (DQN · PPO)
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Discrete(25) = ΔW 5단계 × ΔD 5단계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60920" y="30175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301752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(SAC)
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Box(−1,1,(2,)) → [ΔW, ΔD]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60920" y="41148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 = Undertow 워커 스레드 수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= HikariCP DB 커넥션 수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40080" y="5074920"/>
            <a:ext cx="10927080" cy="1097280"/>
          </a:xfrm>
          <a:prstGeom prst="roundRect">
            <a:avLst>
              <a:gd name="adj" fmla="val 6667"/>
            </a:avLst>
          </a:prstGeom>
          <a:solidFill>
            <a:srgbClr val="1223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14400" y="5212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14400" y="5559552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 SLA위반(지연 초과) − 요청 드롭 − 워커 메모리 비용 − DB 커넥션 비용 − 잦은 변경(thrash)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· SIMULATOR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환경 — 시뮬레이터 구성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RL은 실서버가 아니라 시뮬레이터에서 수십만 번 시행착오로 학습한다 (안전·고속)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057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생성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80560" y="2103120"/>
            <a:ext cx="27432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05740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도착률·요청믹스(체류시간·DB비중)를 시드 기반 결정적 trace로 생성 (일간 주기 + 변동)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308152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모델 perf()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80560" y="3127248"/>
            <a:ext cx="27432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30815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처리능력 = min(CPU, 워커, DB) 병목 + 큐잉 지연 + 공유 DB 과부하 + 워커 과다 오버헤드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197096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1970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4105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산출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480560" y="4151376"/>
            <a:ext cx="27432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4105656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지연·드롭·메모리·DB비용을 한 숫자로 → 정책 학습 신호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221224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5221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512978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메트릭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80560" y="5175504"/>
            <a:ext cx="27432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5129784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CPU·워커풀·DB풀 점유율, 지연 → 에이전트가 병목 자원 진단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· ALGORITHMS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 · PPO · SAC — 세 가지 적용 후 비교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28800"/>
            <a:ext cx="3429000" cy="8686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기반 (Value)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14400" y="33375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Q값을 학습해 최적 행동 선택. 이산 행동에 적합. 빠르지만 변동 큼.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828800"/>
            <a:ext cx="3429000" cy="8686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182880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PPO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0" y="2880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Actor-Critic (정책)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17720" y="33375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안정적으로 갱신. 이산 행동. 안정적·범용.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1828800"/>
            <a:ext cx="3429000" cy="8686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0" y="182880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SAC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75320" y="2880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Actor-Critic (연속)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21040" y="33375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엔트로피 정규화로 탐색·안정성↑. 연속 행동(ΔW,ΔD)에 적합.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12064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1206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관점:  </a:t>
            </a:r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시나리오에서 학습 → 평균 보상·SLA·자원사용량으로 비교하고 가장 좋은 알고리즘을 채택. 수렴 속도·안정성 차이도 분석.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· IMPLEMENTATION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구성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206240" cy="457200"/>
          </a:xfrm>
          <a:prstGeom prst="rect">
            <a:avLst/>
          </a:prstGeom>
          <a:solidFill>
            <a:srgbClr val="1223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envs/portal_env.py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0" y="17830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Gym 환경 — 3중 병목 perf(), 부분관측 상태, 보상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350008"/>
            <a:ext cx="4206240" cy="457200"/>
          </a:xfrm>
          <a:prstGeom prst="rect">
            <a:avLst/>
          </a:prstGeom>
          <a:solidFill>
            <a:srgbClr val="12233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config.py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0" y="235000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실사양 프리셋(연구/사용자/관리)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4206240" cy="457200"/>
          </a:xfrm>
          <a:prstGeom prst="rect">
            <a:avLst/>
          </a:prstGeom>
          <a:solidFill>
            <a:srgbClr val="12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baselines.py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291693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현재설정 · Static · HillClimb(반응형) · Oracle(상한)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483864"/>
            <a:ext cx="4206240" cy="457200"/>
          </a:xfrm>
          <a:prstGeom prst="rect">
            <a:avLst/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train.py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0" y="348386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DQN/PPO/SAC 학습 (Stable-Baselines3) + 학습곡선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050792"/>
            <a:ext cx="4206240" cy="457200"/>
          </a:xfrm>
          <a:prstGeom prst="rect">
            <a:avLst/>
          </a:prstGeom>
          <a:solidFill>
            <a:srgbClr val="12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evaluate.py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0" y="405079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표·그래프 + W·D vs 부하 시계열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27080" cy="1417320"/>
          </a:xfrm>
          <a:prstGeom prst="roundRect">
            <a:avLst>
              <a:gd name="adj" fmla="val 516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결합 병목 모델 (perf)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14400" y="51206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= min(cores/cpu_time,  W/mean_s_eff,  D/db_time_eff)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 = mean_s_eff / (1 − load/capacity) + 오버헤드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· REAL SPEC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3-포털 사양 반영 (자원설정 데이터)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2377440"/>
                <a:gridCol w="1371600"/>
                <a:gridCol w="1737360"/>
                <a:gridCol w="146304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사양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Heap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워커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DB풀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256c / 512GB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256GB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2048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16c / 64GB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31GB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256(기본)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32c / 128GB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31GB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512(기본)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43400"/>
            <a:ext cx="10927080" cy="1691640"/>
          </a:xfrm>
          <a:prstGeom prst="roundRect">
            <a:avLst>
              <a:gd name="adj" fmla="val 4324"/>
            </a:avLst>
          </a:prstGeom>
          <a:solidFill>
            <a:srgbClr val="FEF2F3"/>
          </a:solidFill>
          <a:ln w="15240">
            <a:solidFill>
              <a:srgbClr val="E11D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80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포인트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60120" y="4846320"/>
            <a:ext cx="10332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연구포털은 워커 2048을 정적 고정 → 대부분 과다(메모리 낭비), DB-heavy 구간엔 DB 150 부족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사용자포털은 16코어로 동접 5000 → 피크에서 CPU 병목(풀 튜닝만으론 한계)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통합DB(Postgres, max 1500) → 포털별 DB풀 합이 과하면 공유 DB 과부하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ANALYSIS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설정 vs 자원 최적(Oracle 상한)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371600"/>
                <a:gridCol w="1097280"/>
                <a:gridCol w="11887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(W/D)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 (W/D)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 개선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2048 / 150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328 / 143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워커 84%↓ 메모리 절감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 / 100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/ 20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+715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과다 자원 대폭 정리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11D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512 / 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 / 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+259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거의 SLA 충족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434840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정적 설정은 모든 포털에서 비최적 — 워커 과다(메모리) + DB-heavy 구간 DB 부족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040880" y="17373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워커 스레드 수: 현재 vs 자원 최적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949440" y="2103120"/>
          <a:ext cx="47548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RL TRAINING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성능 (학습 실행 후 삽입)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 (Reward vs Step)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results/learning_curve_&lt;portal&gt;_&lt;algo&gt;.png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train.py 실행 후 자동 생성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결과 / 분석 포인트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24028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RL이 현재설정·HillClimb(반응형)을 이기고 Oracle(상한)에 근접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 vs PPO vs SAC 수렴 속도·안정성·최종 성능 비교 → 최적 채택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W·D vs 부하 시계열: 부하 따라 자원을 선제 조절 (현재 설정 점선 대비)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지표: 평균 보상 · SLA 위반율 · 평균 워커/DB · 메모리 절감률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10927080" cy="1234440"/>
          </a:xfrm>
          <a:prstGeom prst="roundRect">
            <a:avLst>
              <a:gd name="adj" fmla="val 5926"/>
            </a:avLst>
          </a:prstGeom>
          <a:solidFill>
            <a:srgbClr val="1223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983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방법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5321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--portal research --algo all --timesteps 250000   →   python evaluate.py --portal research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· OPERATION LOOP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적용 — 닫힌 루프로 현실에 수렴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0E7490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학습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33558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다양한 (W,D)·상황을 가상으로 탐색 → 정책 학습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3040380"/>
            <a:ext cx="259080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59480" y="224028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06B6D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42360" y="2423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3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96640" y="2971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배포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60648" y="33558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지표 읽어 (W,D) 권고/적용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74080" y="3040380"/>
            <a:ext cx="259080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78880" y="224028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1E3A5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61760" y="2423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7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16040" y="2971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지표 수집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80048" y="33558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점유율·지연 (Actuator·Micrometer·Hikari)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793480" y="3040380"/>
            <a:ext cx="259080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98280" y="224028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81160" y="2423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2811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235440" y="2971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보정·재학습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299448" y="33558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실측으로 sim-to-real 갭 축소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332720" y="3840480"/>
            <a:ext cx="0" cy="457200"/>
          </a:xfrm>
          <a:prstGeom prst="line">
            <a:avLst/>
          </a:prstGeom>
          <a:noFill/>
          <a:ln w="31750">
            <a:solidFill>
              <a:srgbClr val="0E749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74520" y="4297680"/>
            <a:ext cx="8458200" cy="0"/>
          </a:xfrm>
          <a:prstGeom prst="line">
            <a:avLst/>
          </a:prstGeom>
          <a:noFill/>
          <a:ln w="31750">
            <a:solidFill>
              <a:srgbClr val="0E749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74520" y="3840480"/>
            <a:ext cx="0" cy="457200"/>
          </a:xfrm>
          <a:prstGeom prst="line">
            <a:avLst/>
          </a:prstGeom>
          <a:noFill/>
          <a:ln w="31750">
            <a:solidFill>
              <a:srgbClr val="0E7490"/>
            </a:solidFill>
            <a:prstDash val="solid"/>
            <a:headEnd type="triangle"/>
          </a:ln>
        </p:spPr>
      </p:sp>
      <p:sp>
        <p:nvSpPr>
          <p:cNvPr id="32" name="Text 30"/>
          <p:cNvSpPr/>
          <p:nvPr/>
        </p:nvSpPr>
        <p:spPr>
          <a:xfrm>
            <a:off x="1874520" y="4352544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데이터로 반복 개선 (continual learning)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14400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가상(근사)에서 출발하지만 운영 데이터로 계속 보정 → 점차 현실 최적에 수렴 (디지털 트윈 + continual RL)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· CONTRIBUTION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 · 한계 · 향후 연구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28800"/>
            <a:ext cx="342900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2926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포털 사양 기반 2자원(워커+DB) 학습형 동시 튜닝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정적 설정 대비 메모리 대폭 절감 + SLA 유지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메트릭만으로 병목을 진단·선제 조절하는 정책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828800"/>
            <a:ext cx="342900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1828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7720" y="2651760"/>
            <a:ext cx="2926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사용자포털은 16코어 CPU 병목 → 코어/노드 증설 필요(별도 인사이트)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도착률·요청믹스는 추정값 — 실측(APM/부하테스트) 보정 필요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노드 모델 — 공유 DB의 멀티포털 상호작용은 향후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828800"/>
            <a:ext cx="3429000" cy="640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1828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651760"/>
            <a:ext cx="2926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메트릭(Micrometer/JMX)으로 시뮬레이터 보정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반영 또는 운영자 승인형 어드바이저 모드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DB 멀티포털 동시 최적화 · 온라인 학습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023360" cy="4023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688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A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기반 포털 WAS 자원 동시 튜닝  ·  김완수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 기반 포털 WAS 자원 동시 튜닝</dc:title>
  <dc:subject>PptxGenJS Presentation</dc:subject>
  <dc:creator>김완수</dc:creator>
  <cp:lastModifiedBy>김완수</cp:lastModifiedBy>
  <cp:revision>1</cp:revision>
  <dcterms:created xsi:type="dcterms:W3CDTF">2026-06-04T08:53:30Z</dcterms:created>
  <dcterms:modified xsi:type="dcterms:W3CDTF">2026-06-04T08:53:30Z</dcterms:modified>
</cp:coreProperties>
</file>