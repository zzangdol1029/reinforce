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0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62"/>
                </a:solidFill>
                <a:latin typeface="Calibri"/>
              </a:defRPr>
            </a:pPr>
            <a:r>
              <a:rPr lang="ko-KR" altLang="en-US" sz="1300" b="0" i="0" u="none" strike="noStrike">
                <a:solidFill>
                  <a:srgbClr val="0B3D62"/>
                </a:solidFill>
                <a:latin typeface="Calibri"/>
              </a:rPr>
              <a:t>포털별 보상 개선폭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보상 개선 (현재 → Oracle)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3D62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연구</c:v>
                </c:pt>
                <c:pt idx="1">
                  <c:v>사용자</c:v>
                </c:pt>
                <c:pt idx="2">
                  <c:v>관리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190</c:v>
                </c:pt>
                <c:pt idx="1">
                  <c:v>715</c:v>
                </c:pt>
                <c:pt idx="2">
                  <c:v>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64-447A-B8F4-9BA3B2E4CF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Calibri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7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Calibri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12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777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70432" y="7772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7772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  ×  DB CONNECTION POOL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5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강화학습 기반 포털 WAS 자원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5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동적 동시 튜닝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 스레드풀(Worker Thread Pool) + DB 커넥션풀(Connection Pool) 동시 최적화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방향 및 내용 상세 설명서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843430" cy="365760"/>
          </a:xfrm>
          <a:prstGeom prst="roundRect">
            <a:avLst>
              <a:gd name="adj" fmla="val 50000"/>
            </a:avLst>
          </a:prstGeom>
          <a:solidFill>
            <a:srgbClr val="112E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5989320"/>
            <a:ext cx="18434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강화학습(DQN·PPO·SAC)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74366" y="5989320"/>
            <a:ext cx="954634" cy="365760"/>
          </a:xfrm>
          <a:prstGeom prst="roundRect">
            <a:avLst>
              <a:gd name="adj" fmla="val 50000"/>
            </a:avLst>
          </a:prstGeom>
          <a:solidFill>
            <a:srgbClr val="112E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4366" y="5989320"/>
            <a:ext cx="95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 자동 튜닝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57016" y="5989320"/>
            <a:ext cx="460858" cy="365760"/>
          </a:xfrm>
          <a:prstGeom prst="roundRect">
            <a:avLst>
              <a:gd name="adj" fmla="val 50000"/>
            </a:avLst>
          </a:prstGeom>
          <a:solidFill>
            <a:srgbClr val="112E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7016" y="5989320"/>
            <a:ext cx="46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45890" y="598932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112E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45890" y="59893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 병목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2274" y="5989320"/>
            <a:ext cx="559613" cy="365760"/>
          </a:xfrm>
          <a:prstGeom prst="roundRect">
            <a:avLst>
              <a:gd name="adj" fmla="val 50000"/>
            </a:avLst>
          </a:prstGeom>
          <a:solidFill>
            <a:srgbClr val="112E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2274" y="5989320"/>
            <a:ext cx="559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부분관측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19902" y="5989320"/>
            <a:ext cx="1250899" cy="365760"/>
          </a:xfrm>
          <a:prstGeom prst="roundRect">
            <a:avLst>
              <a:gd name="adj" fmla="val 50000"/>
            </a:avLst>
          </a:prstGeom>
          <a:solidFill>
            <a:srgbClr val="112E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9902" y="5989320"/>
            <a:ext cx="125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시뮬레이터 기반 학습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98818" y="5989320"/>
            <a:ext cx="1250899" cy="365760"/>
          </a:xfrm>
          <a:prstGeom prst="roundRect">
            <a:avLst>
              <a:gd name="adj" fmla="val 50000"/>
            </a:avLst>
          </a:prstGeom>
          <a:solidFill>
            <a:srgbClr val="112E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8818" y="5989320"/>
            <a:ext cx="125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한 줄 요약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정적 설정을 넘어, “상황을 읽는 정책”으로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7295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10512"/>
            <a:ext cx="54864" cy="12801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MSA 포털 시스템(고정·단일 서버, Spring Boot/Undertow)에서 현재 정적으로 박아둔 자원 설정(워커 스레드 수 · DB 커넥션풀 크기)이 부하·요청 특성 변화에 못 맞춰 비효율적이라는 점에 착안하여, 관측 가능한 운영 지표만으로 두 자원을 실시간·선제적으로 조절하는 정책(모델)을 강화학습(DQN·PPO·SAC)으로 학습한다.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84048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상태→행동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정책이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산출물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07738" y="370332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0618" y="384048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근접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90618" y="43434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미래·은닉 정보 상한에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최대한 접근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370332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41157" y="384048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 절감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41157" y="4343400"/>
            <a:ext cx="32104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유지하며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 대폭 절약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534924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: 강화학습 · 자원 자동 튜닝(auto-tuning) · MSA · Undertow 워커풀 · HikariCP 커넥션풀 · 결합 병목 · 부분관측 · 시뮬레이터 기반 학습 · sim-to-real · DQN/PPO/SAC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연구 배경 및 동기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고정·단일 서버 MSA, 그리고 정적으로 박힌 두 자원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운영 구조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7EF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19659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40280" y="196596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7EFF5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965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23360" y="196596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B3D62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9659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Undertow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개의 포털(사용자 · 연구 · 관리)이 각각 독립된 고정 서버에서 운영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463040"/>
            <a:ext cx="5287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정적으로 고정된 두 핵심 자원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1874520"/>
            <a:ext cx="5287975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2084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60920" y="1965960"/>
            <a:ext cx="4190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Undertow 워커 스레드 수 (W)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60920" y="2286000"/>
            <a:ext cx="4190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요청을 처리하는 블로킹 작업 스레드 풀 크기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2697480"/>
            <a:ext cx="4830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예) 연구포털  SERVER_UNDERTOW_WORKER_THREADS = 2048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520440"/>
            <a:ext cx="5287975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373075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60920" y="3611880"/>
            <a:ext cx="4190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DB 커넥션풀 크기 (D)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360920" y="3931920"/>
            <a:ext cx="4190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질의에 사용하는 커넥션 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4343400"/>
            <a:ext cx="4830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예) 연구포털  maximum-pool-size = 150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2578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112E4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578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값들은 한 번 정하면 운영 내내 고정된다 — 그러나 실제 부하(RPS)와 요청 믹스(CPU 위주/DB 위주, 체류시간)는 시간대·업무 패턴에 따라 크게 변동한다.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정적 설정의 비효율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양방향 오류 — 과다도, 과소도 손해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10048" cy="2834640"/>
          </a:xfrm>
          <a:prstGeom prst="roundRect">
            <a:avLst>
              <a:gd name="adj" fmla="val 258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431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과다 설정 → 메모리·자원 낭비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47699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 스레드는 각자 스택 메모리와 요청 컨텍스트를 점유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부하가 낮거나 요청이 가벼운 대부분의 시간 동안 2048개의 워커는 명백히 과다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힙·메모리 낭비, 컨텍스트 스위칭 오버헤드 증가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1554480"/>
            <a:ext cx="5410048" cy="2834640"/>
          </a:xfrm>
          <a:prstGeom prst="roundRect">
            <a:avLst>
              <a:gd name="adj" fmla="val 258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8768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987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38848" y="1783080"/>
            <a:ext cx="431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과소 설정 → 병목·지연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2468880"/>
            <a:ext cx="47699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위주의 무거운 요청이 몰리는 구간에서는 커넥션풀이 부족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워커가 DB 커넥션을 기다리며 묶임(pending)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지연이 급증, SLA 위반으로 직결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1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17720"/>
            <a:ext cx="1063721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고정값으로는 “한가할 때의 절약”과 “몰릴 때의 안정성”을 동시에 달성할 수 없다. 인프라가 고정·단일 서버라 인스턴스를 늘리는 수평 스케일링도 불가능 — 그러므로 주어진 고정 용량을 가장 잘 쓰는 소프트웨어 제어 노브(워커풀·DB풀 크기)를 부하에 맞춰 동적으로 조절하는 것이 현실적이고 효과적인 개선 방향이다.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결합 병목 구조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연구의 핵심 물리 — 셋 중 가장 작은 것이 성능을 결정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생애주기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 스레드 1개를 전체 체류시간 동안 점유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질의 단계에서 DB 커넥션 1개 추가 점유(없으면 대기)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연산 단계에서 CPU 코어 사용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0B3D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803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처리능력(capacity) = min ( CPU 한계, 워커 한계, DB 한계 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min ( C / cpu_time ,  W / 체류시간 ,  D / db_time 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3576218" cy="960120"/>
          </a:xfrm>
          <a:prstGeom prst="roundRect">
            <a:avLst>
              <a:gd name="adj" fmla="val 7619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4343400"/>
            <a:ext cx="3576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한계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3576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/ cpu_time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4251960"/>
            <a:ext cx="3576218" cy="960120"/>
          </a:xfrm>
          <a:prstGeom prst="roundRect">
            <a:avLst>
              <a:gd name="adj" fmla="val 7619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07738" y="4343400"/>
            <a:ext cx="3576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 한계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07738" y="4709160"/>
            <a:ext cx="3576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/ 체류시간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8277" y="4251960"/>
            <a:ext cx="3576218" cy="960120"/>
          </a:xfrm>
          <a:prstGeom prst="roundRect">
            <a:avLst>
              <a:gd name="adj" fmla="val 7619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58277" y="4343400"/>
            <a:ext cx="3576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한계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58277" y="4709160"/>
            <a:ext cx="3576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/ db_time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44068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워커만 늘려도 DB풀이 작으면 워커가 DB 커넥션 대기로 묶여 소용없음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DB풀을 무작정 키우면 공유 통합 DB(Postgres, 최대 1500 커넥션)가 과부하되어 DB 자체가 느려짐 → W와 D를 함께(동시에) 최적화해야 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핵심 난점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단순 규칙으로는 풀리지 않는가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105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422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부분관측 (은닉 변수)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490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믹스(체류시간 분포, DB 비중)는 직접 측정되지 않는다. CPU 이용률·워커풀 점유율·DB풀 점유율·지연 같은 관측 가능한 지표의 추세로 추론해야 한다.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278728" y="155448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4760" y="18105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476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84568" y="1783080"/>
            <a:ext cx="422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비정상성 (non-stationary)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3048" y="2468880"/>
            <a:ext cx="490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부하와 요청 믹스가 시간에 따라 계속 변한다 — 고정된 “정답값”이 없고, “상황에 맞는 정책”이 필요하다.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41879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160520"/>
            <a:ext cx="422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순차적 · 예측 필요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490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 조절에는 변화 폭 제한·잦은 변경 비용(thrash)이 있어, 부하가 오른 뒤 반응하면 늦다. 변화를 미리 읽어 선제적으로 조절해야 한다.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278728" y="393192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4760" y="41879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476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84568" y="4160520"/>
            <a:ext cx="422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다목적 상충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53048" y="4846320"/>
            <a:ext cx="490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SLA(낮은 지연) ↔ 비용(적은 자원)이 상충한다.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부분관측 · 비정상 · 순차 · 다목적 — 이 네 가지 성질이 강화학습이 단순 규칙/정적 최적화보다 적합한 근거다.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연구 목표 및 연구 질문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관측 가능한 지표만으로, Oracle에 근접하는 정책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12E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가능한 운영 지표만으로 워커풀·DB풀을 동적·동시 조절하는 정책을 학습하여, 현재의 정적 설정과 반응형 휴리스틱을 능가하고, 이론적 상한(Oracle)에 근접한다.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5176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2104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RL 정책은 현재 정적 설정 · 반응형(HillClimb) 대비 보상(SLA+비용 종합)에서 얼마나 개선되는가?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07738" y="251460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0618" y="265176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90618" y="2971800"/>
            <a:ext cx="32104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 효율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90618" y="3291840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SLA를 유지하면서 워커/DB 자원(메모리·DB 부하)을 얼마나 절감하는가?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158277" y="251460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41157" y="265176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41157" y="2971800"/>
            <a:ext cx="32104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비교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41157" y="3291840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DQN·PPO·SAC의 수렴 속도·안정성·최종 성능은 어떻게 다른가? 이산 vs 연속 행동공간의 영향은?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9768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32104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상한 근접도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937760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미래·은닉 정보를 쓰는 Oracle 대비 RL이 얼마나 근접하는가?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07738" y="4160520"/>
            <a:ext cx="7426757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90618" y="4297680"/>
            <a:ext cx="70609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90618" y="4617720"/>
            <a:ext cx="70609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포털별 특성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90618" y="4937760"/>
            <a:ext cx="70609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 구조가 다른 세 포털(워커/DB 병목 · CPU 병목 · 여유)에서 정책이 어떻게 달라지는가?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왜 강화학습인가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대안 비교 — 값이 아니라 관측만으로 작동하는 정책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33672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6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문제 적합성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정적 고정값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변하는 최적을 못 따라감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23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현재 방식 = 개선 대상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 기반(임계값)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임계값을 사람이 정해야 하고 전환 구간에서 뒤처짐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7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반응형 베이스라인 HillClimb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그리드 탐색/최적화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현재·미래 상태(은닉 믹스 포함)를 모두 알아야 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운영 불가, 일반화 불가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23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단, 상한 참조 Oracle로 활용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지도학습(로그→최적)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 로그엔 “가본 설정”만 존재(반사실 부재)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탐색 부족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7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offline RL로 확장 가능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MPC(모델예측제어)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정확한 동역학 모델 + 실시간 최적화 필요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7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모델 정확 시 대안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강화학습(정책 학습)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시뮬레이터 충실도에 의존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C7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부분관측·비정상·순차·다목적에 부합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44768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2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: 그리드 탐색(=Oracle)은 미래·은닉 정보를 쓰는 “치트”이므로 배포 불가능한 상한이다. RL은 “값”이 아니라 관측만으로 작동하는 정책(함수)을 학습하므로, 실제 배포 가능한 해를 만든다.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MDP 설계 — STATE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10차원, 모두 관측 가능한 메트릭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943600" cy="2834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 요소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정규화 도착률(RPS), 도착률 추세(Δ)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 점유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이용률, 워커풀 점유율, DB풀 점유율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정규화 지연, 지연 추세(Δ), 직전 드롭율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설정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/ maxW,  D / maxD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508760"/>
            <a:ext cx="4967935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67728" y="1618488"/>
            <a:ext cx="4565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추세(Δ) 포함 이유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67728" y="1911096"/>
            <a:ext cx="456559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부드럽게 변하는 부하·믹스를 미리 읽어 선제 조절하도록</a:t>
            </a:r>
            <a:endParaRPr lang="en-US" sz="1080" dirty="0"/>
          </a:p>
        </p:txBody>
      </p:sp>
      <p:sp>
        <p:nvSpPr>
          <p:cNvPr id="6" name="Shape 7"/>
          <p:cNvSpPr/>
          <p:nvPr/>
        </p:nvSpPr>
        <p:spPr>
          <a:xfrm>
            <a:off x="6766560" y="2788920"/>
            <a:ext cx="4967935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67728" y="2898648"/>
            <a:ext cx="4565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점유율 포함 이유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67728" y="3191256"/>
            <a:ext cx="456559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워커가 병목인지 DB가 병목인지를 에이전트가 진단하게 함 (Actuator/Micrometer/HikariCP 메트릭에 대응)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766560" y="4069080"/>
            <a:ext cx="4967935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67728" y="4178808"/>
            <a:ext cx="4565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믹스 제외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67728" y="4471416"/>
            <a:ext cx="456559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체류시간·DB비중은 의도적으로 비노출(부분관측) — 위 관측값들로부터 추론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/ 6.3 MDP 설계 — ACTION &amp; REWARD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자원을 동시에 조절, 다목적을 하나의 보상으로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10048" cy="2286000"/>
          </a:xfrm>
          <a:prstGeom prst="roundRect">
            <a:avLst>
              <a:gd name="adj" fmla="val 320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4592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— 두 자원 동시 조절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486140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이산(DQN·PPO): Discrete(25) = ΔW 5단계 × ΔD 5단계</a:t>
            </a:r>
            <a:endParaRPr lang="en-US" sz="1200" dirty="0"/>
          </a:p>
          <a:p>
            <a:pPr marL="342900" indent="-3429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단계는 최대값 대비 비율(예: ±8%, ±2%, 0)</a:t>
            </a:r>
            <a:endParaRPr lang="en-US" sz="1200" dirty="0"/>
          </a:p>
          <a:p>
            <a:pPr marL="342900" indent="-3429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연속(SAC): Box(-1,1,(2,)) → [ΔW, ΔD]를 최대 변화폭에 매핑</a:t>
            </a:r>
            <a:endParaRPr lang="en-US" sz="1200" dirty="0"/>
          </a:p>
          <a:p>
            <a:pPr marL="342900" indent="-3429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 기반 변화폭: 포털마다 자원 규모가 매우 달라(연구 워커 2048 vs 관리 512) 스케일 불변적으로 설계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508760"/>
            <a:ext cx="5410048" cy="2286000"/>
          </a:xfrm>
          <a:prstGeom prst="roundRect">
            <a:avLst>
              <a:gd name="adj" fmla="val 320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3048" y="164592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구성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8768" y="2057400"/>
            <a:ext cx="48614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8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sla_weight · max(0, 지연−SLA임계)   [SLA 위반]</a:t>
            </a:r>
            <a:endParaRPr lang="en-US" sz="108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8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drop_penalty · 드롭율               [요청 손실]</a:t>
            </a:r>
            <a:endParaRPr lang="en-US" sz="108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8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mem_cost · W                        [워커 메모리 비용]</a:t>
            </a:r>
            <a:endParaRPr lang="en-US" sz="108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8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db_cost · D                         [DB 커넥션 비용]</a:t>
            </a:r>
            <a:endParaRPr lang="en-US" sz="108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8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thrash · (|ΔW|/maxW + |ΔD|/maxD)   [변경 안정성]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11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1072865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계수는 mem_cost·전형적W ≈ db_cost·전형적D ≈ SLA 페널티 스케일이 되도록 포털별로 설계 → 에이전트가 두 자원을 균형 있게 조절하도록 유도. 한 스텝 = 한 번의 자원 재조정, 한 에피소드 = 200 제어 스텝.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제어 주기(수~수십 초)마다: 관측 → 상태 → 정책 → (ΔW, ΔD) → 보상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시뮬레이터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실서버 대신 수십만 번의 시행착오 — Gymnasium 인터페이스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모델 perf() — 결합 병목 + 큐잉 지연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77295" cy="2103120"/>
          </a:xfrm>
          <a:prstGeom prst="roundRect">
            <a:avLst>
              <a:gd name="adj" fmla="val 3478"/>
            </a:avLst>
          </a:prstGeom>
          <a:solidFill>
            <a:srgbClr val="081D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107286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cpu_t      = (1 − db_frac) · mean_s          # 요청당 CPU 시간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db_t_eff   = db_frac·mean_s · (1 + db_contention·D/db_shared_max)  # 공유 DB 과부하 반영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   = min( cores/cpu_t, W/mean_s_eff, D/db_t_eff )      # 병목 = 셋 중 최소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overhead   = overhead_coef · (max(0, W−cores)/cores)²         # 워커 과다 시 초선형 오버헤드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   = mean_s_eff / (1 − min(rho, 0.99)) + overhead    # M/M/1 유사 큐잉 지연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E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      = (도착률 − capacity) / 도착률   [rho ≥ 1 일 때]     # 용량 초과분 드롭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3576218" cy="173736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4297680"/>
            <a:ext cx="32104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DB 과부하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321045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D가 커질수록 db_t_eff가 증가 → DB풀을 무작정 키우면 손해(현실 반영)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738" y="4160520"/>
            <a:ext cx="3576218" cy="173736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0618" y="4297680"/>
            <a:ext cx="32104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 과다 오버헤드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0618" y="4663440"/>
            <a:ext cx="321045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W가 코어 수를 크게 초과하면 컨텍스트 스위칭 비용이 초선형으로 증가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58277" y="4160520"/>
            <a:ext cx="3576218" cy="173736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41157" y="4297680"/>
            <a:ext cx="32104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워크로드 &amp; 관측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41157" y="4663440"/>
            <a:ext cx="321045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reset()에서 시드 기반 RPS·체류시간·DB비중 trace 생성 → CPU/워커/DB 점유율·지연·드롭을 상태로 산출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실제 시스템 사양 반영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 포털 실사양 프리셋 (노드 1대 기준)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26334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워커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DB풀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특성 / 병목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23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장시간 DB 요청 多 → 워커 과다 + DB-heavy 구간 DB 부족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256(기본)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동접 많고 코어 적음 → 피크에서 CPU 병목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512(기본)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부하 여유 → 워커 대폭 과다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16052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도착률(RPS)·요청 믹스는 동접·업무 특성 기반 추정값(노드 1대 기준)이며, 실측 보정이 향후 과제</a:t>
            </a:r>
            <a:endParaRPr lang="en-US" sz="122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통합 DB(Postgres 32c/256GB × 2, max 1500)의 과부하를 모델에 반영</a:t>
            </a:r>
            <a:endParaRPr lang="en-US" sz="122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포털이 서로 다른 병목(워커/DB · CPU · 여유)을 가져, 정책이 상황별로 다르게 학습되는 좋은 비교군을 형성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알고리즘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DQN · PPO · SAC — 세 가지를 적용하고 비교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76218" cy="274320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33829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833829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 기반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311901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상태-행동 가치 Q를 학습해 최적 행동 선택. 이산 행동(Discrete 25)에 적합. 빠르지만 변동이 큼.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7738" y="1554480"/>
            <a:ext cx="3576218" cy="274320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84368" y="1783080"/>
            <a:ext cx="822960" cy="82296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5684368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0618" y="274320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· 정책 기반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6338" y="3108960"/>
            <a:ext cx="311901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정책을 안정적으로 갱신(클리핑). 이산 행동. 안정적 · 범용.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8277" y="1554480"/>
            <a:ext cx="3576218" cy="274320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34906" y="178308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53490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41157" y="274320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· 연속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86877" y="3108960"/>
            <a:ext cx="311901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엔트로피 정규화로 탐색·안정성 강화. 연속 행동(Box 2차원, ΔW·ΔD)에 적합.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11277295" cy="1600200"/>
          </a:xfrm>
          <a:prstGeom prst="roundRect">
            <a:avLst>
              <a:gd name="adj" fmla="val 4571"/>
            </a:avLst>
          </a:prstGeom>
          <a:solidFill>
            <a:srgbClr val="112E4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관점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983480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시나리오/시드에서 학습 후 평균 보상·SLA·자원사용량으로 비교하고 가장 좋은 알고리즘을 채택. 이산 vs 연속 행동공간의 영향, 수렴 속도·안정성 차이도 분석한다. 라이브러리는 PyTorch 기반 Stable-Baselines3.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베이스라인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 기준 — RL은 무엇을 이겨야 하고, 어디를 목표로 하는가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373075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베이스라인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Static-Current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운영 정적 설정(연구 2048/150 등)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비교 대상 — RL이 이걸 이겨야 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Static-Max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둘 다 최대(완전 과프로비전)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안전하지만 낭비 — 상한 비용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Static-Low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둘 다 작게 고정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싸지만 병목 — 하한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HillClimb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점유율·지연 보고 반응형 조절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반응형의 한계(전환 지연) 대조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(ref)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미래·은닉 정보를 알고 선행 최적 조절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C7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이론적 상한(배포 불가) — RL의 목표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578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52578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Oracle은 결정적 trace의 미래값을 참조해 향후 윈도우의 최적 (W, D)를 격자 탐색으로 구하는 선행(anticipatory) 상한이다. 배포 가능한 해가 아니라 “여기까지 갈 수 있다”는 천장이며, RL의 성능을 재는 기준이다.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실험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 프로토콜 및 산출물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77295" cy="1078992"/>
          </a:xfrm>
          <a:prstGeom prst="roundRect">
            <a:avLst>
              <a:gd name="adj" fmla="val 678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73936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7393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664208"/>
            <a:ext cx="8808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정책을 동일한 랜덤 시드 N개 에피소드(예: 20)로 실행, 에피소드별 지표를 평균. RL은 deterministic(탐색 없는 greedy) 평가.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11277295" cy="1078992"/>
          </a:xfrm>
          <a:prstGeom prst="roundRect">
            <a:avLst>
              <a:gd name="adj" fmla="val 678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9809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8094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871216"/>
            <a:ext cx="8808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보상, SLA 위반율, 평균 지연, 평균 워커 수(메모리 대용), 평균 DB 커넥션 수(공유 DB 부담).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11277295" cy="1078992"/>
          </a:xfrm>
          <a:prstGeom prst="roundRect">
            <a:avLst>
              <a:gd name="adj" fmla="val 678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187952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87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4078224"/>
            <a:ext cx="8808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comparison_&lt;portal&gt;.csv · comparison_&lt;portal&gt;.png(4지표 막대) · timeseries_&lt;portal&gt;.png(부하 대비 W·D 조절 추이) · learning_curve_&lt;portal&gt;_&lt;algo&gt;.png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175504"/>
            <a:ext cx="11277295" cy="1078992"/>
          </a:xfrm>
          <a:prstGeom prst="roundRect">
            <a:avLst>
              <a:gd name="adj" fmla="val 6780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539496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394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분석 (권장)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5285232"/>
            <a:ext cx="8808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시드 반복(평균±분산), DQN/PPO/SAC 비교, ablation(상태에서 추세 제거 등), 학습 곡선의 수렴/과적합 분석.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검증된 베이스라인 격차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설정 vs Oracle 상한 (20 에피소드 평균)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554480"/>
          <a:ext cx="5836615" cy="226771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4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(W/D)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(W/D)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효과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 / 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7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 / 143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워커 84%↓ (메모리 대폭 절감)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/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7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과다 자원 정리 (단, CPU 병목 존재)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/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C7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/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거의 SLA 충족, 큰 절감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8920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위 Oracle 수치는 “미래를 아는 이상적 상한”이며 RL의 실제 결과가 아니다. RL은 관측만으로 이 상한에 근접하는 것을 목표로 한다.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534924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112E4A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5349240"/>
            <a:ext cx="10728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8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RL에 기대하는 결과 : Static-Current·HillClimb를 능가하고 Oracle에 근접 / 부하·믹스 변화에 따라 W·D를 선제 조절하는 시계열 / PPO·SAC가 대체로 안정적, DQN은 빠르나 변동 큼</a:t>
            </a:r>
            <a:endParaRPr lang="en-US" sz="11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/ 13. 포털별 해석 &amp; 연구 기여도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서로 다른 병목, 그리고 이 연구가 남기는 것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2616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포털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1190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워커가 거의 항상 과다 → 큰 메모리 절감. DB-heavy 장시간 요청 구간이 SLA의 주 원인.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07738" y="14173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8906" y="160020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450890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84978" y="1554480"/>
            <a:ext cx="2616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포털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6338" y="2148840"/>
            <a:ext cx="31190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16코어 한계로 피크에서 CPU 병목 → 풀 튜닝만으론 SLA를 다 못 지킴. “코어/노드 증설 필요”라는 별도의 운영 인사이트.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158277" y="14173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9445" y="1600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59445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35517" y="1554480"/>
            <a:ext cx="2616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포털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6877" y="2148840"/>
            <a:ext cx="31190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부하 여유 → 가장 큰 자원 절감 여지.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연구의 기여도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11277295" cy="2606040"/>
          </a:xfrm>
          <a:prstGeom prst="roundRect">
            <a:avLst>
              <a:gd name="adj" fmla="val 2807"/>
            </a:avLst>
          </a:prstGeom>
          <a:solidFill>
            <a:srgbClr val="11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86200"/>
            <a:ext cx="1063721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포털 사양 기반의 워커풀+DB풀 2자원 결합 동시 튜닝을 강화학습으로 정형화·구현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정적 설정 대비 메모리(워커)를 대폭 절감하면서 SLA를 유지하는 정책의 가능성 입증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가능한 메트릭만으로 병목 자원을 진단·선제 조절하는 정책 설계(부분관측에서 배포 가능한 상태 설계)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포털의 서로 다른 병목 구조 분석과 “사용자포털은 CPU 증설이 근본 해결책”이라는 운영 인사이트 도출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/ 15. 한계 &amp; 향후 연구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 적용을 위한 닫힌 루프(continual learning)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6596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gap: 보정되지 않은 수식 시뮬레이터 기반 정책은 실제와 다를 수 있음(방법론 입증 수준)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추정값 의존: 도착률·요청 믹스는 동접·업무 특성 기반 가정값 — 실측(APM/부하테스트) 보정 필요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병목 포털의 한계: 코어가 근본 제약인 경우 풀 튜닝 효과 제한적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노드 모델: 공유 통합 DB를 통한 멀티포털 상호작용(경합)은 단순화됨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5608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향후 연구 — 닫힌 루프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10312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1920240"/>
            <a:ext cx="4556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시뮬레이터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97180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2971800"/>
            <a:ext cx="4556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배포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(권고 모드)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402336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F2F6F9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023360"/>
            <a:ext cx="4556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지표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507492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E7EFF5"/>
          </a:solidFill>
          <a:ln w="9525">
            <a:solidFill>
              <a:srgbClr val="D7E3EC"/>
            </a:solidFill>
            <a:prstDash val="solid"/>
          </a:ln>
          <a:effectLst>
            <a:outerShdw blurRad="76200" dist="25400" dir="5400000" algn="bl" rotWithShape="0">
              <a:srgbClr val="9BB4C4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525780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5074920"/>
            <a:ext cx="4556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시뮬레이터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보정·재학습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6144768"/>
            <a:ext cx="5608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데이터로 반복 개선 → 4번 이후 다시 1번으로 순환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핵심 용어 정리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(워커)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Undertow 워커 스레드 수. 요청을 처리하는 블로킹 스레드.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278728" y="160020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(DB풀)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78728" y="192024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DB 커넥션 수.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체류시간 (mean_s)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1건이 워커를 점유하는 평균 시간(CPU+DB).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278728" y="265176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db_frac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78728" y="297180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체류시간 중 DB 단계 비중(은닉 변수).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(policy)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→ 행동 매핑(학습되는 모델 = 신경망).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278728" y="370332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78728" y="402336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미래·은닉 정보를 쓰는 이론적 상한(배포 불가, 기준선).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부분관측 (POMDP)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핵심 변수(요청 믹스)가 직접 관측되지 않는 상황.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278728" y="475488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78728" y="5074920"/>
            <a:ext cx="5455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20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시뮬레이터 학습 정책을 실제로 옮길 때의 격차.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FC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문서는 시뮬레이터·베이스라인 검증 결과(Oracle이 현재 설정을 세 포털 모두에서 능가)를 반영해 작성되었으며, RL 학습 결과 수치는 train.py 실행 후 채워 넣는다.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2831</Words>
  <Application>Microsoft Office PowerPoint</Application>
  <PresentationFormat>와이드스크린</PresentationFormat>
  <Paragraphs>375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김완수</cp:lastModifiedBy>
  <cp:revision>2</cp:revision>
  <dcterms:created xsi:type="dcterms:W3CDTF">2026-07-27T06:06:46Z</dcterms:created>
  <dcterms:modified xsi:type="dcterms:W3CDTF">2026-07-27T06:16:46Z</dcterms:modified>
</cp:coreProperties>
</file>