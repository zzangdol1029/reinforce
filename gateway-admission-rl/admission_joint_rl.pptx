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024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· 기말 프로젝트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게이트웨이 통합 동시성 제어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병목 하에서 강화학습으로 라우트별 허용량을 우선순위 배분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3611880"/>
            <a:ext cx="292608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794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9D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Joint Admission Control over a Shared Database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D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· PPO · SAC  vs  정적 / 독립 / AIMD 베이스라인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394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충북대학교 산업인공지능학과   |   김완수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D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10분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057400" y="186537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57400" y="230428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결합 · 독립 제어의 한계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15544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1228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818120" y="186537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18120" y="230428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병목 물리 · State / Action / Reward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182112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3456432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456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057400" y="34930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알고리즘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57400" y="39319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· PPO · SAC · 다차원 행동 비교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3182112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3456432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456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818120" y="34930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18120" y="39319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· 베이스라인 · 학습 코드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09744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51560" y="5084064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508406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2057400" y="51206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· 분석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057400" y="555955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 vs 베이스라인 (학습 후 작성)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83680" y="4809744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12280" y="5084064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E11D48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508406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818120" y="51206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 · 향후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818120" y="555955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· 한계 · 확장 방향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연구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69164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게이트웨이가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백엔드의 허용 동시 처리 수(L)를 동시에 조절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하여,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DB가 포화되지 않게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우선순위로 부하를 배분하는 정책을 강화학습으로 학습한다.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349300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930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1605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병목 · 라우트 간 간섭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4983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라우트의 과욕이 전체 지연을 붕괴시킴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07408" y="3200400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349300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681728" y="34930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81728" y="41605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· PPO · SAC (SB3)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81728" y="4983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독립/정적/AIMD 베이스라인과 비교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91856" y="3200400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66176" y="349300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34930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66176" y="41605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부분관측 + 우선순위 배분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66176" y="4983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DB 용량을 관측만으로 추론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·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 — 게이트웨이 1 → 역할별 WAS N → 공유 DB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10243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1920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
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컨트롤러
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L_search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L_payment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L_report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0" y="15544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554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 · search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· 자기 CPU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3200400"/>
            <a:ext cx="1371600" cy="-11704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92240" y="2029968"/>
            <a:ext cx="1463040" cy="1170432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26517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6517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 · payment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자기 CPU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3200400"/>
            <a:ext cx="1371600" cy="-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92240" y="3127248"/>
            <a:ext cx="1463040" cy="73152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14800" y="37490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7490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 · report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· 자기 CPU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3200400"/>
            <a:ext cx="1371600" cy="10241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92240" y="4224528"/>
            <a:ext cx="1463040" cy="-1024128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55280" y="237744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2468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
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C_db(t)
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D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병목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D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비노출·시변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743200" y="4572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L_i 동시 조절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라우트가 같은 DB 사용 → 결합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120640"/>
            <a:ext cx="1056132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97280" y="52578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WAS 자원은 독립이지만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DB는 하나를 공유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 그래서 한 라우트가 요청을 많이 받아들이면 DB가 포화되어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라우트까지 동시에 느려진다.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· COUPLING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DB가 라우트를 묶는다 — 간섭의 발생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욕심내는 독립 제어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라우트가 자기 처리량만 키우려 함</a:t>
            </a:r>
            <a:endParaRPr lang="en-US" sz="14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DB 총수요 D = Σ(받은량×DB비용)가 급증</a:t>
            </a:r>
            <a:endParaRPr lang="en-US" sz="14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 &gt; C_db 되면 DB 포화(db_util&gt;1)</a:t>
            </a:r>
            <a:endParaRPr lang="en-US" sz="14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지연이 db_util² 로 폭증 (전 라우트 공통)</a:t>
            </a:r>
            <a:endParaRPr lang="en-US" sz="14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고빈도 search가 가장 먼저 SLA 붕괴</a:t>
            </a:r>
            <a:endParaRPr lang="en-US" sz="14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모두가 손해 — 처리량도 SLA도 무너짐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인지 통합 제어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received_i · db_cost_i  ≈  C_db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B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를 유지하도록 L 들을 함께 결정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DB가 부족하면: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저우선(report)을 조여 DB 예산 확보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최우선(payment) SLA를 보호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여유가 생기면 다시 풀어 처리량 회복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· WHY NOT STATIC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고정·독립 제어로는 풀 수 없는 이유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401568" cy="41148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3401568" cy="640080"/>
          </a:xfrm>
          <a:prstGeom prst="roundRect">
            <a:avLst>
              <a:gd name="adj" fmla="val 11429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3401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한계 (정적)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285292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정상엔 맞춰도 DB 열화 땐 과부하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고정값도 정상·열화 양쪽 불가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피크/평시 트래픽 변동도 대응 못함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07408" y="1691640"/>
            <a:ext cx="3401568" cy="41148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1691640"/>
            <a:ext cx="3401568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1691640"/>
            <a:ext cx="3401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독립 제어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2560320"/>
            <a:ext cx="285292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자기 지연만 보고 조절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결합을 전혀 모름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집단적으로 DB를 초과 점유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91856" y="1691640"/>
            <a:ext cx="3401568" cy="41148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91856" y="1691640"/>
            <a:ext cx="3401568" cy="640080"/>
          </a:xfrm>
          <a:prstGeom prst="roundRect">
            <a:avLst>
              <a:gd name="adj" fmla="val 11429"/>
            </a:avLst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7991856" y="1691640"/>
            <a:ext cx="3401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고전 AIMD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66176" y="2560320"/>
            <a:ext cx="285292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지연이 오른 뒤에야 반응(지각)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구간에서 뒤처지고 진동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개념 없음 — 결제 보호 불가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· WHY RL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강화학습인가 — 문제의 3가지 성질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05613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892808"/>
            <a:ext cx="2240280" cy="768096"/>
          </a:xfrm>
          <a:prstGeom prst="roundRect">
            <a:avLst>
              <a:gd name="adj" fmla="val 9524"/>
            </a:avLst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92808"/>
            <a:ext cx="2240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순차적 제어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0440" y="1810512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많이 받으면 DB가 차서 이후 모든 라우트 지연이 오른다. 현재 결정이 미래 상태를 바꾼다 → 탐욕적 최적화로 못 풀고 순차 의사결정 필요.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105613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3310128"/>
            <a:ext cx="2240280" cy="768096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310128"/>
            <a:ext cx="2240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관측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227832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배분의 기준인 공유 DB 용량 C_db(t)는 직접 못 본다. 지연·거절·처리율의 추세로 숨은 용량 변화를 추론해야 한다.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480560"/>
            <a:ext cx="105613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4727448"/>
            <a:ext cx="2240280" cy="768096"/>
          </a:xfrm>
          <a:prstGeom prst="roundRect">
            <a:avLst>
              <a:gd name="adj" fmla="val 9524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727448"/>
            <a:ext cx="2240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배분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4645152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DB가 부족할 때 어떤 라우트를 조이고 어떤 라우트를 살릴지 — 보상에 우선순위를 새겨 학습하면 결제 보호·리포트 양보를 스스로 배운다.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RL BASICS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기본 — 에이전트·환경 상호작용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280160" y="219456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10243E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(Agent)
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정책 π(s)→a
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B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· PPO · SAC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0" y="219456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(Environment)
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7F0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게이트웨이+WAS+공유DB
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7F0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89120" y="2514600"/>
            <a:ext cx="3383280" cy="0"/>
          </a:xfrm>
          <a:prstGeom prst="line">
            <a:avLst/>
          </a:prstGeom>
          <a:noFill/>
          <a:ln w="317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38912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a : 라우트별 ΔL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3429000"/>
            <a:ext cx="-33832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389120" y="3493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s′ · 보상 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80160" y="4251960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25196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4251960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지연·거절·처리율·도착 (6·N차원). 공유 DB 용량은 비노출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280160" y="4910328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910328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491032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동시성 한계 증감 ΔL 벡터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80160" y="5568696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5568696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Reward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5568696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가중 goodput − 거절 − SLA위반 벌점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PHYSICS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병목 물리 — WAS(독립) + 공유 DB(결합)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10561320" cy="2331720"/>
          </a:xfrm>
          <a:prstGeom prst="roundRect">
            <a:avLst>
              <a:gd name="adj" fmla="val 3137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783080"/>
            <a:ext cx="100584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WAS 처리량 후보 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was_tp_i = min( arrival_i ,  L_i / s_i ,  was_cap_i )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공유 DB 수요·포화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Σ was_tp_i · db_cost_i ,   db_util = D / C_db(t)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포화 시 (db_util&gt;1)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served_i = was_tp_i / db_util ,   지연_i ×= db_util²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4389120"/>
            <a:ext cx="164592" cy="123444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44165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너무 작음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25880" y="49103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수 있는 요청을 거절 → 용량 낭비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07408" y="416052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4389120"/>
            <a:ext cx="164592" cy="1234440"/>
          </a:xfrm>
          <a:prstGeom prst="roundRect">
            <a:avLst>
              <a:gd name="adj" fmla="val 11111"/>
            </a:avLst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4910328" y="44165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과부하 (util&gt;1)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910328" y="49103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지연이 제곱으로 폭증 → 전 라우트 SLA 붕괴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91856" y="416052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0456" y="4389120"/>
            <a:ext cx="164592" cy="123444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494776" y="44165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94776" y="49103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Σ served·db_cost ≈ C_db, 우선순위로 배분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STATE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정의 — 라우트별 6개 × N (부분관측)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828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라우트마다 관측하는 6개 지표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286000"/>
            <a:ext cx="384048" cy="42062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286000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286000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정규화 L_i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동시성 한계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97280" y="2852928"/>
            <a:ext cx="384048" cy="42062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852928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852928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지연_i / SLA_i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대비 응답시간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97280" y="3419856"/>
            <a:ext cx="384048" cy="42062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419856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3419856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지연 추세_i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오르는 중 / 내리는 중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97280" y="3986784"/>
            <a:ext cx="384048" cy="42062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98678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3986784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처리율 util_i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처리량 / 도착량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97280" y="4553712"/>
            <a:ext cx="384048" cy="42062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553712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4553712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거절율_i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429로 막힌 비율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97280" y="5120640"/>
            <a:ext cx="384048" cy="420624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5120640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5120640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정규화 도착_i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트래픽 양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35240" y="164592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55280" y="201168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변수 (비노출)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공유 DB 용량
C_db(t)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배분의 기준이지만 게이트웨이는 직접 측정 불가.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에이전트는 위 6·N개 관측만으로 DB 혼잡을 추론해야 한다.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정의 — 라우트별 ΔL 벡터, 3가지 행동공간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= 라우트별 동시성 한계 증감   </a:t>
            </a:r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ΔL ∈ { −16, −4, −1, 0, +1, +4, +16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모든 라우트의 L 을 함께 조정한다(통합 제어). 큰 스텝(±16)으로 급변 대응, 작은 스텝(±1)으로 미세 조정.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353872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387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Discrete(7^N)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97280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flat 평탄화. N=3이면 343개 행동 — 조합 폭증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07408" y="3246120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353872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35387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81728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MultiDiscrete([7]×N)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81728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독립 분포 — 자연스러움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91856" y="3246120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66176" y="353872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8266176" y="35387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66176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Box(N) 연속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66176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ΔL=round(a·16) — 부드러운 배분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REWARD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설계 — 우선순위 가중 goodput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0561320" cy="1280160"/>
          </a:xfrm>
          <a:prstGeom prst="roundRect">
            <a:avLst>
              <a:gd name="adj" fmla="val 5714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7830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</a:t>
            </a:r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우선순위_i·(SLA내 처리량_i)</a:t>
            </a:r>
            <a:pPr indent="0" marL="0">
              <a:buNone/>
            </a:pPr>
            <a:r>
              <a:rPr lang="en-US" sz="1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 w_reject·Σ거절</a:t>
            </a:r>
            <a:pPr indent="0" marL="0">
              <a:buNone/>
            </a:pPr>
            <a:r>
              <a:rPr lang="en-US" sz="1700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 w_sla·Σmax(0, 지연−SLA)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3364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2004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가중 처리량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3200400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안에 처리한 양에 라우트 우선순위를 곱함 → 결제 보호를 유도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42793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41148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 벌점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4114800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수 있는데 막은 요청에 페널티 (w_reject=0.5). 용량 낭비 억제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502920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5193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9164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위반 벌점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5029200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지연이 SLA를 넘으면 강한 페널티 (w_sla=10.0). DB 과부하 강력 억제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989320"/>
            <a:ext cx="1056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w_sla(10) ≫ w_reject(0.5) : "지연 붕괴가 거절보다 20배 나쁘다"는 운영 철학을 보상에 반영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ROUTES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 구성 — 역할별 사양·우선순위 (실제 구성 기준)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37160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94560" y="1828800"/>
            <a:ext cx="132588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서비스시간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0440" y="1828800"/>
            <a:ext cx="114300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828800"/>
            <a:ext cx="114300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 용량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109728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비용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0" y="1828800"/>
            <a:ext cx="123444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828800"/>
            <a:ext cx="12344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95160" y="1828800"/>
            <a:ext cx="155448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549640" y="1828800"/>
            <a:ext cx="2606040" cy="54864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특성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237744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377440"/>
            <a:ext cx="137160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94560" y="2377440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2377440"/>
            <a:ext cx="13258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0.05 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20440" y="2377440"/>
            <a:ext cx="1143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377440"/>
            <a:ext cx="114300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377440"/>
            <a:ext cx="1097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377440"/>
            <a:ext cx="10972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60720" y="237744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377440"/>
            <a:ext cx="123444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 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95160" y="2377440"/>
            <a:ext cx="1554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2377440"/>
            <a:ext cx="15544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49640" y="2377440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2377440"/>
            <a:ext cx="260604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고빈도·가벼움·빠른 응답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" y="3154680"/>
            <a:ext cx="137160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154680"/>
            <a:ext cx="137160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194560" y="3154680"/>
            <a:ext cx="132588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3154680"/>
            <a:ext cx="13258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 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520440" y="3154680"/>
            <a:ext cx="114300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3154680"/>
            <a:ext cx="114300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3440" y="3154680"/>
            <a:ext cx="109728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154680"/>
            <a:ext cx="10972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3154680"/>
            <a:ext cx="123444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3154680"/>
            <a:ext cx="123444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0.40 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995160" y="3154680"/>
            <a:ext cx="155448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95160" y="3154680"/>
            <a:ext cx="15544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  (최우선)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49640" y="3154680"/>
            <a:ext cx="260604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9640" y="3154680"/>
            <a:ext cx="260604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무거움·반드시 보호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22960" y="39319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3931920"/>
            <a:ext cx="137160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194560" y="3931920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94560" y="3931920"/>
            <a:ext cx="13258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 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520440" y="3931920"/>
            <a:ext cx="1143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20440" y="3931920"/>
            <a:ext cx="114300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663440" y="3931920"/>
            <a:ext cx="1097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3931920"/>
            <a:ext cx="10972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760720" y="393192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3931920"/>
            <a:ext cx="123444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2.00 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995160" y="3931920"/>
            <a:ext cx="1554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95160" y="3931920"/>
            <a:ext cx="155448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  (저우선)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549640" y="3931920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49640" y="3931920"/>
            <a:ext cx="2606040" cy="777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집약·느려도 됨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22960" y="5532120"/>
            <a:ext cx="10561320" cy="868680"/>
          </a:xfrm>
          <a:prstGeom prst="roundRect">
            <a:avLst>
              <a:gd name="adj" fmla="val 84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1097280" y="56509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DB: 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520 work/s  ↔  열화 시 160~260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(락 경합·백업·장애).  열화 때 적정 배분이 급변 → 정적·독립 제어 실패.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SIMULATOR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시나리오 — 공유 DB 열화 이벤트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87452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7452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열화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29000" y="1691640"/>
            <a:ext cx="7772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520 ↔ 열화 160~260 work/s. 매 스텝 확률적으로 전환(열화 5%·회복 20%). 락 경합·백업·일부 장애를 추상화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770632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2953512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95351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일간 트래픽 변동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29000" y="2770632"/>
            <a:ext cx="7772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도착률이 base→peak 사인파로 변동 + 노이즈. 피크 때 DB 압박 가중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849624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4032504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03250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에피소드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429000" y="3849624"/>
            <a:ext cx="7772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 제어 스텝. 한 스텝 = 모든 라우트 L 1회 재조정. 15~20 에피소드 평균으로 평가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928616"/>
            <a:ext cx="105613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5111496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11149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한계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429000" y="4928616"/>
            <a:ext cx="7772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C_db(t)를 못 봄. 지연·거절·처리율 추세로 DB 혼잡을 추론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ALGORITHM 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— 가치 기반 (Value-based)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68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기반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6766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행동가치 Q(s,a)를 신경망으로 근사, 최대 Q 행동 선택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Experience Replay + Target Network로 안정화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ε-greedy로 탐색·활용 균형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문제: 행동을 Discrete(7^N)로 평탄화 → N=3이면 343개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라우트가 늘면 행동 수가 7^N 으로 조합 폭증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ALGORITHM 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 — 정책 기반 (Actor-Critic)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68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6766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π(a|s)를 직접 학습(Actor) + 가치추정(Critic)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Clipped objective로 안정적 업데이트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MultiDiscrete([7]×N) — 라우트별 독립 분포로 자연 처리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다차원 이산 행동에 적합 → 통합 제어의 주력 후보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On-policy : 표본효율은 낮지만 안정적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ALGORITHM 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SAC — 연속 행동 (Actor-Critic)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68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SAC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연속·엔트로피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6766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Box(N) 행동 → ΔL=round(a·16) 부드러운 배분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엔트로피 최대화로 탐색 강화 + 안정성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Off-policy : Replay로 표본효율 높음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미세 배분에 유리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제어를 이산 ΔL로 매핑해 동일 환경서 비교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COMPARISON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알고리즘 비교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2286000" cy="64008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1783080"/>
            <a:ext cx="2743200" cy="64008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783080"/>
            <a:ext cx="3246120" cy="64008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783080"/>
            <a:ext cx="324612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98280" y="1783080"/>
            <a:ext cx="2286000" cy="640080"/>
          </a:xfrm>
          <a:prstGeom prst="rect">
            <a:avLst/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423160"/>
            <a:ext cx="2286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423160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108960" y="2423160"/>
            <a:ext cx="2743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423160"/>
            <a:ext cx="27432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기반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852160" y="2423160"/>
            <a:ext cx="32461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423160"/>
            <a:ext cx="324612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Actor-Critic(정책)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098280" y="2423160"/>
            <a:ext cx="2286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2423160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Actor-Critic(연속)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2960" y="3118104"/>
            <a:ext cx="228600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118104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행동공간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108960" y="3118104"/>
            <a:ext cx="274320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118104"/>
            <a:ext cx="27432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Discrete(7^N)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852160" y="3118104"/>
            <a:ext cx="324612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3118104"/>
            <a:ext cx="324612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MultiDiscrete([7]×N)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098280" y="3118104"/>
            <a:ext cx="228600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3118104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Box(N)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22960" y="3813048"/>
            <a:ext cx="2286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813048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3108960" y="3813048"/>
            <a:ext cx="2743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3813048"/>
            <a:ext cx="27432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Off-policy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852160" y="3813048"/>
            <a:ext cx="32461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813048"/>
            <a:ext cx="324612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On-policy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9098280" y="3813048"/>
            <a:ext cx="2286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98280" y="3813048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Off-policy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22960" y="4507992"/>
            <a:ext cx="228600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507992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다라우트 확장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3108960" y="4507992"/>
            <a:ext cx="274320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4507992"/>
            <a:ext cx="27432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7^N 폭증(약점)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852160" y="4507992"/>
            <a:ext cx="324612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4507992"/>
            <a:ext cx="324612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자연(강점)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9098280" y="4507992"/>
            <a:ext cx="2286000" cy="694944"/>
          </a:xfrm>
          <a:prstGeom prst="rect">
            <a:avLst/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98280" y="4507992"/>
            <a:ext cx="2286000" cy="694944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자연(강점)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822960" y="5349240"/>
            <a:ext cx="10561320" cy="1051560"/>
          </a:xfrm>
          <a:prstGeom prst="roundRect">
            <a:avLst>
              <a:gd name="adj" fmla="val 6957"/>
            </a:avLst>
          </a:prstGeom>
          <a:solidFill>
            <a:srgbClr val="ECFE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97280" y="546811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포인트: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행동이 라우트별 ΔL 벡터라 다차원 이산 행동에 약한 DQN과, 이를 자연스럽게 다루는 PPO·SAC의 차이가 통합 제어 성능에서 드러날 것으로 예상.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·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구조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10243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92024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gateway-admission-rl/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envs/admission_env.py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2단 병목 시뮬레이터(부분관측)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baselines.py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정적·독립·AIMD·Oracle-Joint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config.py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라우트·공유DB 파라미터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train.py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DQN/PPO/SAC 학습(SB3)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evaluate.py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비교·시각화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models/ · results/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783080"/>
            <a:ext cx="4892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947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envs/admission_env.py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23317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Gymnasium 환경. 2단 병목·숨은 C_db·3가지 행동공간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3154680"/>
            <a:ext cx="4892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33192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baselines.py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3703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제어 5종 + 통합 Oracle(상한 참조)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4526280"/>
            <a:ext cx="4892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46908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 / evaluate.py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50749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SB3 학습 + 비교표·시계열 그래프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· CORE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— step() 2단 병목 계산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561320" cy="4297680"/>
          </a:xfrm>
          <a:prstGeom prst="roundRect">
            <a:avLst>
              <a:gd name="adj" fmla="val 1702"/>
            </a:avLst>
          </a:prstGeom>
          <a:solidFill>
            <a:srgbClr val="0B1B2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78308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라우트별 WAS 처리량 후보 (서로 독립)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was_tp = np.minimum.reduce([lam, self.L / s, was_cap])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공유 DB 총수요와 포화도 (여기서 라우트가 결합)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np.sum(was_tp * db_cost)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db_util = D / C_db                # C_db 는 비노출·시변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db_util &gt; 1.0:                 # DB 포화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served = was_tp / db_util      # 비례 throttle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lat    = lat * db_util**2      # 큐잉 폭증(전 라우트 공통)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  = where(lat&lt;=sla, served, served*0.2)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= sum(prio*good) - w_reject*sum(rej) - w_sla*sum(over_sla)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10561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결합의 핵심: db_util&gt;1 한 줄이 모든 라우트의 지연을 동시에 끌어올린다 → 독립 제어가 실패하는 이유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· BASELINES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— 독립 제어 vs 통합 Oracle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독립·정적 제어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60604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Static-High/Mid : 라우트별 고정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Greedy-Indep : 자기 도착 다 받음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Indep-AIMD : 라우트별 가법증가·승법감소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Unlimited : 무제한(붕괴)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모두 공유 DB 결합을 모름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916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691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Oracle-Joint (상한 참조)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용량 C_db 를 안다고 가정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높은 라우트부터 DB 예산 배분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Σ served·db_cost ≈ C_db 유지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불가(용량 비관측) = RL의 천장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RL이 관측만으로 이걸 추종하는 게 목표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·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학습·평가 파이프라인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96596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1783080"/>
            <a:ext cx="2743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생성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6583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AdmissionEnv (행동모드 = 알고리즘별)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2807208"/>
            <a:ext cx="105613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299008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990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2807208"/>
            <a:ext cx="2743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807208"/>
            <a:ext cx="6583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train.py — DQN/PPO/SAC, 30만 스텝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3831336"/>
            <a:ext cx="105613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40142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0142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3831336"/>
            <a:ext cx="2743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3831336"/>
            <a:ext cx="6583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evaluate.py — 동일 시드 20 에피소드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4855464"/>
            <a:ext cx="105613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51560" y="50383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0383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83080" y="4855464"/>
            <a:ext cx="2743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4855464"/>
            <a:ext cx="6583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막대 + 숨은 C_db·라우트별 L·SLA 시계열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2960" y="5943600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0B1B2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5943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train.py --algo all --timesteps 300000   →   $ python evaluate.py --episodes 20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474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· 분석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제시 — 학습 실행 후 작성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0561320" cy="4114800"/>
          </a:xfrm>
          <a:prstGeom prst="roundRect">
            <a:avLst>
              <a:gd name="adj" fmla="val 1778"/>
            </a:avLst>
          </a:prstGeom>
          <a:solidFill>
            <a:srgbClr val="1B3A5B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965960"/>
            <a:ext cx="9875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섹션은 본인 PC에서 학습 실행 후 채워집니다.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들어갈 내용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comparison.png — DQN/PPO/SAC vs 베이스라인 (보상·SLA위반·처리량·DB util)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timeseries.png — 숨은 C_db vs db_util, 라우트별 L, 라우트별 지연/SLA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학습곡선 — 알고리즘별 수렴 비교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6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핵심 주장 : RL이 독립/정적 제어보다 공유 DB 과부하를 피하며 우선순위를 보호,
   Oracle-Joint 상한에 얼마나 근접하는가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참고(검증된 베이스라인 격차) : Oracle-Joint 80,540  vs  최선 독립 41,542  →  +38,998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 · CONTRIBUTION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057400"/>
            <a:ext cx="457200" cy="132588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075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정식화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62432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 병목 하 멀티-라우트 동시성 제어를 부분관측 MDP로 정식화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057400"/>
            <a:ext cx="457200" cy="1325880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2075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제어 설계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262432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라우트별 L을 함께 조절하고 우선순위로 DB 예산을 배분하는 RL 정책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114800"/>
            <a:ext cx="457200" cy="132588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41330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비교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37360" y="468172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다차원 행동에서 DQN(조합 폭증) vs PPO/SAC의 적합도 차이 분석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4114800"/>
            <a:ext cx="457200" cy="132588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41330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연결성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78040" y="468172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Cloud Gateway·Micrometer 지표로 바로 연동 가능한 현실적 설계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 · FUTURE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및 향후 연구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65176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물리(M/M/1형 근사) — sim-to-real 갭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DB를 단일 용량으로 추상화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가중치·우선순위는 수동 설정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 수 N 고정(3) — 동적 변동 미반영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73736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73736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연구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지표(Actuator·Micrometer)로 도메인 보정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Cloud Gateway 필터(GlobalFilter) 연동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WAS별 헬스 기반 라우팅까지 통합 제어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 수 확장·동적 우선순위</a:t>
            </a:r>
            <a:endParaRPr lang="en-US" sz="140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3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권고(advisor) 모드 후 점진 자동화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8680" y="3520440"/>
            <a:ext cx="27432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703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2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게이트웨이 통합 동시성 제어 — 공유 DB 병목 하의 우선순위 부하 배분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5120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충북대학교 산업인공지능학과 · 김완수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D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· PPO · SAC  |  Stable-Baselines3 · Gymnasium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2026-06-05T08:33:10Z</dcterms:created>
  <dcterms:modified xsi:type="dcterms:W3CDTF">2026-06-05T08:33:10Z</dcterms:modified>
</cp:coreProperties>
</file>